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Explicar la diferencia entre recepcion tecnica y administrativa.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Enfatizar que sin remision no se recibe.</a:t>
            </a:r>
          </a:p>
        </p:txBody>
      </p:sp>
    </p:spTree>
  </p:cSld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Proceso de recepcion de mercancia</a:t>
            </a:r>
          </a:p>
          <a:p>
            <a:r>
              <a:t>Instructor: Laura Gomez</a:t>
            </a:r>
          </a:p>
          <a:p>
            <a:r>
              <a:t>Duracion: 45 minutos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Paso 1: Verificacion documental</a:t>
            </a:r>
          </a:p>
          <a:p>
            <a:r>
              <a:t>Comparar orden de compra con remision del proveedor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Paso 2: Inspeccion fisica</a:t>
            </a:r>
          </a:p>
          <a:p>
            <a:r>
              <a:t>Revisar cantidad, empaque y lote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Conclusiones</a:t>
            </a:r>
          </a:p>
          <a:p>
            <a:r>
              <a:t>El proceso reduce errores de inventario hasta en 30%</a:t>
            </a:r>
          </a:p>
        </p:txBody>
      </p:sp>
    </p:spTree>
  </p:cSld>
</p:sld>
</file>